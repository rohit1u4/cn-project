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7123"/>
            <a:ext cx="8229600" cy="41990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Name - Rohit Kumar </a:t>
            </a:r>
          </a:p>
          <a:p>
            <a:pPr marL="0" indent="0" algn="ctr">
              <a:buNone/>
            </a:pPr>
            <a:r>
              <a:rPr lang="en-US" dirty="0"/>
              <a:t>Roll No.  - 2301730220</a:t>
            </a:r>
          </a:p>
          <a:p>
            <a:pPr marL="0" indent="0" algn="ctr">
              <a:buNone/>
            </a:pPr>
            <a:r>
              <a:rPr lang="en-US" dirty="0"/>
              <a:t>Topic - POP3 vs IMAP4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POP3?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Post Office Protocol version 3</a:t>
            </a:r>
          </a:p>
          <a:p>
            <a:r>
              <a:t>- Downloads emails to local device</a:t>
            </a:r>
          </a:p>
          <a:p>
            <a:r>
              <a:t>- Usually deletes from server</a:t>
            </a:r>
          </a:p>
          <a:p>
            <a:r>
              <a:t>- Offline access</a:t>
            </a:r>
          </a:p>
          <a:p>
            <a:r>
              <a:t>- Simple and fast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IMAP4?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Internet Message Access Protocol version 4</a:t>
            </a:r>
          </a:p>
          <a:p>
            <a:r>
              <a:t>- Syncs emails with server</a:t>
            </a:r>
          </a:p>
          <a:p>
            <a:r>
              <a:t>- Emails stay on server</a:t>
            </a:r>
          </a:p>
          <a:p>
            <a:r>
              <a:t>- Access from multiple devices</a:t>
            </a:r>
          </a:p>
          <a:p>
            <a:r>
              <a:t>- Requires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POP3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Downloads emails</a:t>
            </a:r>
          </a:p>
          <a:p>
            <a:r>
              <a:t>- Limited server storage use</a:t>
            </a:r>
          </a:p>
          <a:p>
            <a:r>
              <a:t>- Single device access</a:t>
            </a:r>
          </a:p>
          <a:p>
            <a:r>
              <a:t>- No synchronization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IMAP4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Email synchronization</a:t>
            </a:r>
          </a:p>
          <a:p>
            <a:r>
              <a:t>- Multi-device access</a:t>
            </a:r>
          </a:p>
          <a:p>
            <a:r>
              <a:t>- Folder management on server</a:t>
            </a:r>
          </a:p>
          <a:p>
            <a:r>
              <a:t>- Real-time updates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POP3 vs IMAP4 (Key Differences)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POP3:</a:t>
            </a:r>
          </a:p>
          <a:p>
            <a:r>
              <a:t>- Offline use</a:t>
            </a:r>
          </a:p>
          <a:p>
            <a:r>
              <a:t>- Stores locally</a:t>
            </a:r>
          </a:p>
          <a:p>
            <a:endParaRPr/>
          </a:p>
          <a:p>
            <a:r>
              <a:t>IMAP4:</a:t>
            </a:r>
          </a:p>
          <a:p>
            <a:r>
              <a:t>- Online sync</a:t>
            </a:r>
          </a:p>
          <a:p>
            <a:r>
              <a:t>- Stores on server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POP3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Faster access after download</a:t>
            </a:r>
          </a:p>
          <a:p>
            <a:r>
              <a:t>- Works offline</a:t>
            </a:r>
          </a:p>
          <a:p>
            <a:r>
              <a:t>- Saves server space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IMAP4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Access anywhere</a:t>
            </a:r>
          </a:p>
          <a:p>
            <a:r>
              <a:t>- Backup on server</a:t>
            </a:r>
          </a:p>
          <a:p>
            <a:r>
              <a:t>- Sync across devices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POP3 is best for single-device offline use.</a:t>
            </a:r>
          </a:p>
          <a:p>
            <a:r>
              <a:t>IMAP4 is best for multi-device access and synchronization.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173</Words>
  <Application>Microsoft Office PowerPoint</Application>
  <PresentationFormat>On-screen Show (4:3)</PresentationFormat>
  <Paragraphs>44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What is POP3?</vt:lpstr>
      <vt:lpstr>What is IMAP4?</vt:lpstr>
      <vt:lpstr>POP3 Features</vt:lpstr>
      <vt:lpstr>IMAP4 Features</vt:lpstr>
      <vt:lpstr>POP3 vs IMAP4 (Key Differences)</vt:lpstr>
      <vt:lpstr>Advantages of POP3</vt:lpstr>
      <vt:lpstr>Advantages of IMAP4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Rohit kumar</cp:lastModifiedBy>
  <cp:revision>2</cp:revision>
  <dcterms:created xsi:type="dcterms:W3CDTF">2013-01-27T09:14:16Z</dcterms:created>
  <dcterms:modified xsi:type="dcterms:W3CDTF">2026-04-27T07:31:31Z</dcterms:modified>
  <cp:category/>
</cp:coreProperties>
</file>